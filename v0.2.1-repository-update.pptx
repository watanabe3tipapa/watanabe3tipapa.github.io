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1562807"/>
            <a:ext cx="56321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ECOSYSTEM UPDATE REPORT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57225" y="1909279"/>
            <a:ext cx="5632121" cy="114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3500" b="1" spc="-2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v0.2.1</a:t>
            </a:r>
            <a:r>
              <a:rPr lang="en-US" sz="3500" b="1" spc="-2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
</a:t>
            </a:r>
            <a:r>
              <a:rPr lang="en-US" sz="3500" b="1" spc="-2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リポジトリ改修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57225" y="3241365"/>
            <a:ext cx="485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サイト群の役割整理と、相関関係の明確化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7225" y="4055752"/>
            <a:ext cx="563212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watanabe3tipapa · 2026-08-22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32271" y="1571792"/>
            <a:ext cx="1868760" cy="199985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32296" y="1800392"/>
            <a:ext cx="146871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v0.2.1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032296" y="2446902"/>
            <a:ext cx="146871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6A7E8D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TARGET REPOSITORIES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32296" y="2643355"/>
            <a:ext cx="1468710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watanabe3tipapa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032296" y="2905162"/>
            <a:ext cx="1468710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watanabe3tipapa.github.io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032296" y="3166969"/>
            <a:ext cx="1468710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next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01 / OVERVIEW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3つのリポジトリを、役割ごとに再定義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345146"/>
            <a:ext cx="7915275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各ポータルが情報を重複させず、それぞれの目的で機能するよう v0.2.1 として統一しました。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4363" y="1982335"/>
            <a:ext cx="2486025" cy="196654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2963" y="2239510"/>
            <a:ext cx="202882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watanabe3tipapa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2963" y="2715239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入口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2963" y="3058139"/>
            <a:ext cx="2028825" cy="4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個人の活動、制作物、連絡先を案内する個人ポータル。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28988" y="1982335"/>
            <a:ext cx="2486025" cy="196654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57588" y="2239510"/>
            <a:ext cx="2028825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watanabe3tipapa</a:t>
            </a: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
</a:t>
            </a: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.github.io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57588" y="291950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正本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57588" y="3262406"/>
            <a:ext cx="2028825" cy="4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現在公開している資産と更新状況を自動集約する一覧サイト。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43613" y="1982335"/>
            <a:ext cx="2486025" cy="193796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213" y="2239510"/>
            <a:ext cx="2028825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72213" y="2715239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運用ノート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72213" y="3058139"/>
            <a:ext cx="2028825" cy="4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0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設計意図、構築、公開経路、運用の判断を記録する解説サイト。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4363" y="4521994"/>
            <a:ext cx="7915275" cy="492919"/>
          </a:xfrm>
          <a:prstGeom prst="rect">
            <a:avLst/>
          </a:prstGeom>
          <a:noFill/>
          <a:ln/>
        </p:spPr>
        <p:txBody>
          <a:bodyPr wrap="square" lIns="0" tIns="0" rIns="0" bIns="408178" rtlCol="0" anchor="t">
            <a:sp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7E8D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v0.2.1 — Site ecosystem clarity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02 / PERSONAL PORTAL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個人ポータル: 制作と記録への入口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64518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85838" y="1630896"/>
            <a:ext cx="43434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雛形ブログの撤去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Astro Blogの雛形を外し、Bricoleur &amp; Toolsmithとしての活動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案内に特化。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4363" y="251376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85838" y="2499475"/>
            <a:ext cx="43434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主要導線の整理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トップページの案内を「一覧」「next」「Projects」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「GitHub」の4つへ再編。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3" y="338234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85838" y="3368055"/>
            <a:ext cx="43434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Aboutページの明文化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Toolsmith／Bricoleur／Workshopの3つの活動領域を明確に記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載。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363" y="425092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85838" y="4272353"/>
            <a:ext cx="14323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サブパス対応の強化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5838" y="4534495"/>
            <a:ext cx="11828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Pagesの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68686" y="4505920"/>
            <a:ext cx="160310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/watanabe3tipapa/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71788" y="4534495"/>
            <a:ext cx="14760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配信に対応したリン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85838" y="4785922"/>
            <a:ext cx="17537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クとメタデータへ更新。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72138" y="1545171"/>
            <a:ext cx="2857500" cy="357075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86438" y="1659471"/>
            <a:ext cx="2628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導線の再構成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86438" y="1948793"/>
            <a:ext cx="2628900" cy="525066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86438" y="1948793"/>
            <a:ext cx="2628900" cy="5250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個人ポータル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watanabe3tipapa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86438" y="2502433"/>
            <a:ext cx="26289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E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786438" y="2756036"/>
            <a:ext cx="1285875" cy="278606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公開サイト一覧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129463" y="2756036"/>
            <a:ext cx="1285875" cy="278606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next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86438" y="3091793"/>
            <a:ext cx="1285875" cy="257175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Projects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129463" y="3091793"/>
            <a:ext cx="1285875" cy="257175"/>
          </a:xfrm>
          <a:prstGeom prst="rect">
            <a:avLst/>
          </a:prstGeom>
          <a:noFill/>
          <a:ln/>
        </p:spPr>
        <p:txBody>
          <a:bodyPr wrap="none" lIns="51054" tIns="68072" rIns="51054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62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GitHub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03 / CATALOG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公開サイト一覧: 現行資産の正本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614363" y="1588033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2950" y="1716621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2950" y="171662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2950" y="2145246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現行資産の正本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2950" y="2430996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86件に及ぶ公開サイト・サービスの自動更新一覧を、現行資産の正本と定義。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43438" y="1588033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72025" y="1716621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2025" y="171662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72025" y="2145246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役割分担の明示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72025" y="2430996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トップページとREADMEに、3リポジトリの役割分担と相互導線を追加。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363" y="3159658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2950" y="3288246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950" y="328824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2950" y="3716871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ソフト・ネオブルータリズム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2950" y="4002621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ネオ・ブルータリズムの色面を保ちながら、輪郭・影・罫線を淡いブルーグレーへ置換。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43438" y="3159658"/>
            <a:ext cx="3886200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72025" y="3288246"/>
            <a:ext cx="342900" cy="342900"/>
          </a:xfrm>
          <a:prstGeom prst="ellipse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2025" y="328824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72025" y="3716871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視覚的な硬さの軽減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72025" y="4002621"/>
            <a:ext cx="3629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見出し、カード、ナビゲーションの視覚的な硬さを軽減し、穏やかな印象へ。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04 / DOCUMENTATION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next: 構築・運用ノート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61660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85838" y="1602321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役割の再定義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固定的なサブドメイン説明から、構築・公開・運用判断を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記録するサイトへ再定義。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4363" y="245661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85838" y="2442325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他ポータルとの関係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主サイトを「体験的な入口」として説明し、現行資産の一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覧は正本へ誘導。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3" y="329661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85838" y="3282330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公開経路の整理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GitHub、GitHub Actions、GitHub Pages、カスタムドメイ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ンの公開経路を整理。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363" y="413662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85838" y="4122334"/>
            <a:ext cx="42291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履歴資料の扱い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Toolsmith・Wiki等の旧構成ページは、2024年時点の履歴資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料として明示。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72138" y="1545171"/>
            <a:ext cx="2857500" cy="3417168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00738" y="1602321"/>
            <a:ext cx="24003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公開経路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00738" y="1820205"/>
            <a:ext cx="2400300" cy="557213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0738" y="1820205"/>
            <a:ext cx="2400300" cy="55721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Source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00738" y="2405993"/>
            <a:ext cx="2400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E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00738" y="2659596"/>
            <a:ext cx="2400300" cy="557213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00738" y="2659596"/>
            <a:ext cx="2400300" cy="55721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Build &amp; Deploy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00738" y="3245383"/>
            <a:ext cx="24003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BAE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00738" y="3498986"/>
            <a:ext cx="2400300" cy="557213"/>
          </a:xfrm>
          <a:prstGeom prst="rect">
            <a:avLst/>
          </a:prstGeom>
          <a:solidFill>
            <a:srgbClr val="F8FAFC"/>
          </a:solidFill>
          <a:ln w="18288">
            <a:solidFill>
              <a:srgbClr val="C8D5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00738" y="3498986"/>
            <a:ext cx="2400300" cy="55721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Public Site</a:t>
            </a:r>
            <a:r>
              <a:rPr lang="en-US" sz="900" b="1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750" dirty="0">
                <a:solidFill>
                  <a:srgbClr val="6A7E8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next.watanabe3ti.com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05 / ECOSYSTEM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ECOSYSTEM: 運用上の原則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614363" y="1588033"/>
            <a:ext cx="3814763" cy="1550194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2963" y="181663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214438" y="1830921"/>
            <a:ext cx="1402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役割分担の明文化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2963" y="2230971"/>
            <a:ext cx="143717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3リポジトリすべてに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80140" y="2202396"/>
            <a:ext cx="10287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ECOSYSTEM.md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08840" y="2230971"/>
            <a:ext cx="7612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を追加し、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2963" y="2459571"/>
            <a:ext cx="31896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それぞれの役割と更新時のルールを明文化しまし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2963" y="2688171"/>
            <a:ext cx="28932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14875" y="1588033"/>
            <a:ext cx="3814763" cy="152161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3475" y="181663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14950" y="1830921"/>
            <a:ext cx="1402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現行資産の正本化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43475" y="2188108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公開先・サービス名・更新状況に関する変更は、常に「公開サイト一覧」を正本として扱います。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4363" y="3395402"/>
            <a:ext cx="3814763" cy="154305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2963" y="362400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214438" y="3638290"/>
            <a:ext cx="14097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役割に応じた更新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2963" y="3995477"/>
            <a:ext cx="3357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個人の活動紹介は「個人ポータル」を、構築・運用の背景は「next」を更新し、情報を重複させません。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14875" y="3395402"/>
            <a:ext cx="3814763" cy="154305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43475" y="3624002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14950" y="3638290"/>
            <a:ext cx="1402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導線変更時の点検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43475" y="3995477"/>
            <a:ext cx="3357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複数のリポジトリをまたぐ導線を変更する際は、3つのリポジトリのリンクを同時に点検し、整合性を保ちます。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514350"/>
            <a:ext cx="79152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8758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06 / QUALITY &amp; CONTINUITY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775097"/>
            <a:ext cx="7915275" cy="427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1" kern="0" dirty="0">
                <a:solidFill>
                  <a:srgbClr val="2F3C4B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リリース品質と継続性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14363" y="164518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85838" y="1630896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Astroのビルドと監査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クリーンインストール、型検査、本番ビルド、依存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関係監査を実施。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4363" y="24851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85838" y="2470900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Quartoのスタイル検証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SCSSコンパイルと、旧来のハードシャドウ指定の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除去を確認。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363" y="33251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3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85838" y="3310905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YAML構文エラーの修正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nextの履歴資料におけるYAML構文エラーを修正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し、レンダリングを正常化。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363" y="416519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985838" y="4150909"/>
            <a:ext cx="36576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3A4A5A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v0.2.1デプロイの成功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すべてのGitHub Pagesデプロイが成功し、v0.2.1と</a:t>
            </a:r>
            <a:r>
              <a:rPr lang="en-US" sz="1150" dirty="0">
                <a:solidFill>
                  <a:srgbClr val="3A4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してタグ・リリースを公開。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00638" y="1545171"/>
            <a:ext cx="3429000" cy="2571750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38" y="1659471"/>
            <a:ext cx="320040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11755" y="1607344"/>
            <a:ext cx="2320491" cy="360759"/>
          </a:xfrm>
          <a:prstGeom prst="rect">
            <a:avLst/>
          </a:prstGeom>
          <a:solidFill>
            <a:srgbClr val="FFFFFF"/>
          </a:solidFill>
          <a:ln w="18288">
            <a:solidFill>
              <a:srgbClr val="9BAEC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411755" y="1607344"/>
            <a:ext cx="2320491" cy="36075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285F82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END OF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919003" y="2239566"/>
            <a:ext cx="3305938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950" b="1" spc="-1" kern="0" dirty="0">
                <a:solidFill>
                  <a:srgbClr val="2F3C4B"/>
                </a:solidFill>
                <a:latin typeface="Noto Sans JP ExtraBold" pitchFamily="34" charset="0"/>
                <a:ea typeface="Noto Sans JP ExtraBold" pitchFamily="34" charset="-122"/>
                <a:cs typeface="Noto Sans JP ExtraBold" pitchFamily="34" charset="-120"/>
              </a:rPr>
              <a:t>Thank you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2347280" y="3257550"/>
            <a:ext cx="4449384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spc="1" kern="0" dirty="0">
                <a:solidFill>
                  <a:srgbClr val="5062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v0.2.1 — clear ecosystem, softer edges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2026-08-22T02:41:05Z</dcterms:created>
  <dcterms:modified xsi:type="dcterms:W3CDTF">2026-08-22T02:41:05Z</dcterms:modified>
</cp:coreProperties>
</file>